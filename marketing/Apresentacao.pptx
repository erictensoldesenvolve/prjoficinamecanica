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22" name="Subtítulo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0A4B41-D66C-4021-8036-F54FCD1C3543}" type="datetimeFigureOut">
              <a:rPr lang="pt-BR" smtClean="0"/>
              <a:t>27/09/2018</a:t>
            </a:fld>
            <a:endParaRPr lang="pt-BR"/>
          </a:p>
        </p:txBody>
      </p:sp>
      <p:sp>
        <p:nvSpPr>
          <p:cNvPr id="20" name="Espaço Reservado para Rodapé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059B220-D4C0-4685-B933-5E7883C6B969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0A4B41-D66C-4021-8036-F54FCD1C3543}" type="datetimeFigureOut">
              <a:rPr lang="pt-BR" smtClean="0"/>
              <a:t>27/09/2018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059B220-D4C0-4685-B933-5E7883C6B96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0A4B41-D66C-4021-8036-F54FCD1C3543}" type="datetimeFigureOut">
              <a:rPr lang="pt-BR" smtClean="0"/>
              <a:t>27/09/2018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059B220-D4C0-4685-B933-5E7883C6B969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Retângulo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0A4B41-D66C-4021-8036-F54FCD1C3543}" type="datetimeFigureOut">
              <a:rPr lang="pt-BR" smtClean="0"/>
              <a:t>27/09/2018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059B220-D4C0-4685-B933-5E7883C6B96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0A4B41-D66C-4021-8036-F54FCD1C3543}" type="datetimeFigureOut">
              <a:rPr lang="pt-BR" smtClean="0"/>
              <a:t>27/09/2018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059B220-D4C0-4685-B933-5E7883C6B96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0A4B41-D66C-4021-8036-F54FCD1C3543}" type="datetimeFigureOut">
              <a:rPr lang="pt-BR" smtClean="0"/>
              <a:t>27/09/2018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059B220-D4C0-4685-B933-5E7883C6B96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0A4B41-D66C-4021-8036-F54FCD1C3543}" type="datetimeFigureOut">
              <a:rPr lang="pt-BR" smtClean="0"/>
              <a:t>27/09/2018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059B220-D4C0-4685-B933-5E7883C6B969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Retângulo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0A4B41-D66C-4021-8036-F54FCD1C3543}" type="datetimeFigureOut">
              <a:rPr lang="pt-BR" smtClean="0"/>
              <a:t>27/09/2018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059B220-D4C0-4685-B933-5E7883C6B96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0A4B41-D66C-4021-8036-F54FCD1C3543}" type="datetimeFigureOut">
              <a:rPr lang="pt-BR" smtClean="0"/>
              <a:t>27/09/2018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059B220-D4C0-4685-B933-5E7883C6B969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9" name="Fluxograma: Processo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uxograma: Processo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0A4B41-D66C-4021-8036-F54FCD1C3543}" type="datetimeFigureOut">
              <a:rPr lang="pt-BR" smtClean="0"/>
              <a:t>27/09/2018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059B220-D4C0-4685-B933-5E7883C6B96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0A4B41-D66C-4021-8036-F54FCD1C3543}" type="datetimeFigureOut">
              <a:rPr lang="pt-BR" smtClean="0"/>
              <a:t>27/09/2018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059B220-D4C0-4685-B933-5E7883C6B969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zza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sca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Espaço Reservado para Título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24" name="Espaço Reservado para Data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780A4B41-D66C-4021-8036-F54FCD1C3543}" type="datetimeFigureOut">
              <a:rPr lang="pt-BR" smtClean="0"/>
              <a:t>27/09/2018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3059B220-D4C0-4685-B933-5E7883C6B969}" type="slidenum">
              <a:rPr lang="pt-BR" smtClean="0"/>
              <a:t>‹nº›</a:t>
            </a:fld>
            <a:endParaRPr lang="pt-BR"/>
          </a:p>
        </p:txBody>
      </p:sp>
      <p:sp>
        <p:nvSpPr>
          <p:cNvPr id="15" name="Retângulo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31639" y="836712"/>
            <a:ext cx="7234571" cy="1470025"/>
          </a:xfrm>
        </p:spPr>
        <p:txBody>
          <a:bodyPr/>
          <a:lstStyle/>
          <a:p>
            <a:pPr algn="ctr"/>
            <a:r>
              <a:rPr lang="pt-BR" dirty="0" smtClean="0"/>
              <a:t>Sistema de Gerenciamento e Fluxo de Caixa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3140968"/>
            <a:ext cx="3672407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03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Software completo...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Telas de cadastros simples e intuitivas</a:t>
            </a:r>
          </a:p>
          <a:p>
            <a:r>
              <a:rPr lang="pt-BR" dirty="0" smtClean="0"/>
              <a:t>Lançamentos de notas fiscais</a:t>
            </a:r>
          </a:p>
          <a:p>
            <a:r>
              <a:rPr lang="pt-BR" dirty="0" smtClean="0"/>
              <a:t>Controle de caixa</a:t>
            </a:r>
          </a:p>
          <a:p>
            <a:r>
              <a:rPr lang="pt-BR" dirty="0" smtClean="0"/>
              <a:t>Controle de estoque</a:t>
            </a:r>
          </a:p>
          <a:p>
            <a:r>
              <a:rPr lang="pt-BR" dirty="0" smtClean="0"/>
              <a:t>Emissão de relatórios</a:t>
            </a:r>
          </a:p>
          <a:p>
            <a:r>
              <a:rPr lang="pt-BR" dirty="0" smtClean="0"/>
              <a:t>Gestão completa de contas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3317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Aprimoramento da equipe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Mais rapidez em tarefas simples do cotidiano</a:t>
            </a:r>
          </a:p>
          <a:p>
            <a:r>
              <a:rPr lang="pt-BR" dirty="0" smtClean="0"/>
              <a:t>Segurança nas informações</a:t>
            </a:r>
          </a:p>
          <a:p>
            <a:r>
              <a:rPr lang="pt-BR" dirty="0" smtClean="0"/>
              <a:t>Apoio efetivo no negócio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8848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Compatível com qualquer Sistema Operacional</a:t>
            </a:r>
          </a:p>
          <a:p>
            <a:r>
              <a:rPr lang="pt-BR" dirty="0" smtClean="0"/>
              <a:t>Soluções eficazes para gerar inovação e tecnologia</a:t>
            </a:r>
          </a:p>
          <a:p>
            <a:r>
              <a:rPr lang="pt-BR" dirty="0" smtClean="0"/>
              <a:t>Objetividade, facilidade de uso e adaptação do sistema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838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Suporte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Suporte técnico especializado e eficiente sempre que preciso</a:t>
            </a:r>
          </a:p>
          <a:p>
            <a:r>
              <a:rPr lang="pt-BR" dirty="0" smtClean="0"/>
              <a:t>Presencial ou remoto</a:t>
            </a:r>
          </a:p>
          <a:p>
            <a:r>
              <a:rPr lang="pt-BR" dirty="0" smtClean="0"/>
              <a:t>Manutenção preventiva e corretiva sempre que necessário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8556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Relatórios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Pensado na gestão e organização do negócio</a:t>
            </a:r>
          </a:p>
          <a:p>
            <a:r>
              <a:rPr lang="pt-BR" dirty="0" smtClean="0"/>
              <a:t>Maior agilidade e informação detalhada</a:t>
            </a:r>
          </a:p>
          <a:p>
            <a:r>
              <a:rPr lang="pt-BR" dirty="0" smtClean="0"/>
              <a:t>Controle total de tudo que acontece no seu negócio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3109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Investimento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Instalação e configuração do sistema</a:t>
            </a:r>
          </a:p>
          <a:p>
            <a:pPr marL="0" indent="0">
              <a:buNone/>
            </a:pPr>
            <a:r>
              <a:rPr lang="pt-BR" dirty="0"/>
              <a:t>	</a:t>
            </a:r>
            <a:r>
              <a:rPr lang="pt-BR" dirty="0" smtClean="0"/>
              <a:t>R$ 500,00</a:t>
            </a:r>
          </a:p>
          <a:p>
            <a:r>
              <a:rPr lang="pt-BR" dirty="0" smtClean="0"/>
              <a:t>Suporte técnico </a:t>
            </a:r>
          </a:p>
          <a:p>
            <a:pPr marL="457200" lvl="1" indent="0">
              <a:buNone/>
            </a:pPr>
            <a:r>
              <a:rPr lang="pt-BR" dirty="0"/>
              <a:t>	</a:t>
            </a:r>
            <a:r>
              <a:rPr lang="pt-BR" dirty="0" smtClean="0"/>
              <a:t>R$ 50,00 mensais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230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OFERTA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Isenção de Instalação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82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123728" y="3429000"/>
            <a:ext cx="6059016" cy="26971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 smtClean="0"/>
              <a:t>(31) 98480 – 6107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 smtClean="0"/>
              <a:t>(31) 99578 - 5307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3356992"/>
            <a:ext cx="645123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338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ício">
  <a:themeElements>
    <a:clrScheme name="Solstí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í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í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51</TotalTime>
  <Words>135</Words>
  <Application>Microsoft Office PowerPoint</Application>
  <PresentationFormat>Apresentação na tela (4:3)</PresentationFormat>
  <Paragraphs>34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Solstício</vt:lpstr>
      <vt:lpstr>Sistema de Gerenciamento e Fluxo de Caixa</vt:lpstr>
      <vt:lpstr>Software completo...</vt:lpstr>
      <vt:lpstr>Aprimoramento da equipe</vt:lpstr>
      <vt:lpstr>Apresentação do PowerPoint</vt:lpstr>
      <vt:lpstr>Suporte</vt:lpstr>
      <vt:lpstr>Relatórios</vt:lpstr>
      <vt:lpstr>Investimento</vt:lpstr>
      <vt:lpstr>OFERTA</vt:lpstr>
      <vt:lpstr>Contato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Gerenciamento e Fluxo de Caixa</dc:title>
  <dc:creator>servidor</dc:creator>
  <cp:lastModifiedBy>servidor</cp:lastModifiedBy>
  <cp:revision>5</cp:revision>
  <dcterms:created xsi:type="dcterms:W3CDTF">2018-09-27T11:12:48Z</dcterms:created>
  <dcterms:modified xsi:type="dcterms:W3CDTF">2018-09-27T12:04:23Z</dcterms:modified>
</cp:coreProperties>
</file>